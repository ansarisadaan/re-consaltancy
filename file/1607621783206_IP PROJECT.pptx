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Default Extension="jpeg" ContentType="image/jpeg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7" r:id="rId1"/>
  </p:sldMasterIdLst>
  <p:notesMasterIdLst>
    <p:notesMasterId r:id="rId7"/>
  </p:notesMasterIdLst>
  <p:sldIdLst>
    <p:sldId id="266" r:id="rId2"/>
    <p:sldId id="257" r:id="rId3"/>
    <p:sldId id="261" r:id="rId4"/>
    <p:sldId id="260" r:id="rId5"/>
    <p:sldId id="265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220"/>
    </p:ext>
    <p:ext uri="{FD5EFAAD-0ECE-453E-9831-46B23BE46B34}">
      <p15:chartTrackingRefBased xmlns:p15="http://schemas.microsoft.com/office/powerpoint/2012/main" xmlns="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9" d="100"/>
          <a:sy n="69" d="100"/>
        </p:scale>
        <p:origin x="-756" y="-10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C7DFA51-8654-4E0F-85AB-BBEEDCC3798D}" type="datetimeFigureOut">
              <a:rPr lang="en-IN" smtClean="0"/>
              <a:pPr/>
              <a:t>10/12/2020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4F85625-7ED5-42FC-A242-A7B042EF0082}" type="slidenum">
              <a:rPr lang="en-IN" smtClean="0"/>
              <a:pPr/>
              <a:t>‹#›</a:t>
            </a:fld>
            <a:endParaRPr lang="en-I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ight Triangle 9"/>
          <p:cNvSpPr/>
          <p:nvPr/>
        </p:nvSpPr>
        <p:spPr>
          <a:xfrm>
            <a:off x="-2" y="4664147"/>
            <a:ext cx="12201452" cy="0"/>
          </a:xfrm>
          <a:prstGeom prst="rtTriangle">
            <a:avLst/>
          </a:prstGeom>
          <a:gradFill flip="none" rotWithShape="1">
            <a:gsLst>
              <a:gs pos="0">
                <a:schemeClr val="accent1">
                  <a:shade val="35000"/>
                  <a:satMod val="170000"/>
                  <a:alpha val="100000"/>
                </a:schemeClr>
              </a:gs>
              <a:gs pos="55000">
                <a:schemeClr val="accent1">
                  <a:tint val="90000"/>
                  <a:satMod val="150000"/>
                  <a:alpha val="100000"/>
                </a:schemeClr>
              </a:gs>
              <a:gs pos="100000">
                <a:schemeClr val="accent1">
                  <a:shade val="35000"/>
                  <a:satMod val="170000"/>
                  <a:alpha val="100000"/>
                </a:schemeClr>
              </a:gs>
            </a:gsLst>
            <a:lin ang="3000000" scaled="1"/>
            <a:tileRect/>
          </a:gradFill>
          <a:ln w="127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9" name="Title 8"/>
          <p:cNvSpPr>
            <a:spLocks noGrp="1"/>
          </p:cNvSpPr>
          <p:nvPr>
            <p:ph type="ctrTitle"/>
          </p:nvPr>
        </p:nvSpPr>
        <p:spPr>
          <a:xfrm>
            <a:off x="914400" y="1752602"/>
            <a:ext cx="10363200" cy="1829761"/>
          </a:xfrm>
        </p:spPr>
        <p:txBody>
          <a:bodyPr vert="horz" anchor="b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lvl1pPr algn="r">
              <a:defRPr sz="4800" b="1">
                <a:solidFill>
                  <a:schemeClr val="tx2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7" name="Subtitle 16"/>
          <p:cNvSpPr>
            <a:spLocks noGrp="1"/>
          </p:cNvSpPr>
          <p:nvPr>
            <p:ph type="subTitle" idx="1"/>
          </p:nvPr>
        </p:nvSpPr>
        <p:spPr>
          <a:xfrm>
            <a:off x="914400" y="3611607"/>
            <a:ext cx="10363200" cy="1199704"/>
          </a:xfrm>
        </p:spPr>
        <p:txBody>
          <a:bodyPr lIns="45720" rIns="45720"/>
          <a:lstStyle>
            <a:lvl1pPr marL="0" marR="64008" indent="0" algn="r">
              <a:buNone/>
              <a:defRPr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  <a:extLst/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grpSp>
        <p:nvGrpSpPr>
          <p:cNvPr id="2" name="Group 1"/>
          <p:cNvGrpSpPr/>
          <p:nvPr/>
        </p:nvGrpSpPr>
        <p:grpSpPr>
          <a:xfrm>
            <a:off x="-5019" y="4953000"/>
            <a:ext cx="12197020" cy="1912088"/>
            <a:chOff x="-3765" y="4832896"/>
            <a:chExt cx="9147765" cy="2032192"/>
          </a:xfrm>
        </p:grpSpPr>
        <p:sp>
          <p:nvSpPr>
            <p:cNvPr id="7" name="Freeform 6"/>
            <p:cNvSpPr>
              <a:spLocks/>
            </p:cNvSpPr>
            <p:nvPr/>
          </p:nvSpPr>
          <p:spPr bwMode="auto">
            <a:xfrm>
              <a:off x="1687513" y="4832896"/>
              <a:ext cx="7456487" cy="518816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4697" y="0"/>
                </a:cxn>
                <a:cxn ang="0">
                  <a:pos x="4697" y="367"/>
                </a:cxn>
                <a:cxn ang="0">
                  <a:pos x="0" y="218"/>
                </a:cxn>
                <a:cxn ang="0">
                  <a:pos x="4697" y="0"/>
                </a:cxn>
              </a:cxnLst>
              <a:rect l="0" t="0" r="0" b="0"/>
              <a:pathLst>
                <a:path w="4697" h="367">
                  <a:moveTo>
                    <a:pt x="4697" y="0"/>
                  </a:moveTo>
                  <a:lnTo>
                    <a:pt x="4697" y="367"/>
                  </a:lnTo>
                  <a:lnTo>
                    <a:pt x="0" y="218"/>
                  </a:lnTo>
                  <a:lnTo>
                    <a:pt x="4697" y="0"/>
                  </a:lnTo>
                  <a:close/>
                </a:path>
              </a:pathLst>
            </a:custGeom>
            <a:solidFill>
              <a:schemeClr val="accent1">
                <a:tint val="65000"/>
                <a:satMod val="115000"/>
                <a:alpha val="40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>
              <a:extLst/>
            </a:lstStyle>
            <a:p>
              <a:endParaRPr kumimoji="0" lang="en-US"/>
            </a:p>
          </p:txBody>
        </p:sp>
        <p:sp>
          <p:nvSpPr>
            <p:cNvPr id="8" name="Freeform 7"/>
            <p:cNvSpPr>
              <a:spLocks/>
            </p:cNvSpPr>
            <p:nvPr/>
          </p:nvSpPr>
          <p:spPr bwMode="auto">
            <a:xfrm>
              <a:off x="35443" y="5135526"/>
              <a:ext cx="9108557" cy="838200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0"/>
                </a:cxn>
                <a:cxn ang="0">
                  <a:pos x="5760" y="0"/>
                </a:cxn>
                <a:cxn ang="0">
                  <a:pos x="5760" y="528"/>
                </a:cxn>
                <a:cxn ang="0">
                  <a:pos x="48" y="0"/>
                </a:cxn>
              </a:cxnLst>
              <a:rect l="0" t="0" r="0" b="0"/>
              <a:pathLst>
                <a:path w="5760" h="528">
                  <a:moveTo>
                    <a:pt x="0" y="0"/>
                  </a:moveTo>
                  <a:lnTo>
                    <a:pt x="5760" y="0"/>
                  </a:lnTo>
                  <a:lnTo>
                    <a:pt x="5760" y="528"/>
                  </a:lnTo>
                  <a:lnTo>
                    <a:pt x="48" y="0"/>
                  </a:lnTo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>
              <a:extLst/>
            </a:lstStyle>
            <a:p>
              <a:endParaRPr kumimoji="0" lang="en-US"/>
            </a:p>
          </p:txBody>
        </p:sp>
        <p:sp>
          <p:nvSpPr>
            <p:cNvPr id="11" name="Freeform 10"/>
            <p:cNvSpPr>
              <a:spLocks/>
            </p:cNvSpPr>
            <p:nvPr/>
          </p:nvSpPr>
          <p:spPr bwMode="auto">
            <a:xfrm>
              <a:off x="0" y="4883888"/>
              <a:ext cx="9144000" cy="1981200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0"/>
                </a:cxn>
                <a:cxn ang="0">
                  <a:pos x="0" y="1248"/>
                </a:cxn>
                <a:cxn ang="0">
                  <a:pos x="5760" y="1248"/>
                </a:cxn>
                <a:cxn ang="0">
                  <a:pos x="5760" y="528"/>
                </a:cxn>
                <a:cxn ang="0">
                  <a:pos x="0" y="0"/>
                </a:cxn>
              </a:cxnLst>
              <a:rect l="0" t="0" r="0" b="0"/>
              <a:pathLst>
                <a:path w="5760" h="1248">
                  <a:moveTo>
                    <a:pt x="0" y="0"/>
                  </a:moveTo>
                  <a:lnTo>
                    <a:pt x="0" y="1248"/>
                  </a:lnTo>
                  <a:lnTo>
                    <a:pt x="5760" y="1248"/>
                  </a:lnTo>
                  <a:lnTo>
                    <a:pt x="5760" y="5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 cstate="print">
                <a:alphaModFix amt="50000"/>
              </a:blip>
              <a:tile tx="0" ty="0" sx="50000" sy="50000" flip="none" algn="t"/>
            </a:blipFill>
            <a:ln w="12700" cap="rnd" cmpd="thickThin" algn="ctr">
              <a:noFill/>
              <a:prstDash val="solid"/>
            </a:ln>
            <a:effectLst>
              <a:fillOverlay blend="mult">
                <a:gradFill flip="none" rotWithShape="1">
                  <a:gsLst>
                    <a:gs pos="0">
                      <a:schemeClr val="accent1">
                        <a:shade val="20000"/>
                        <a:satMod val="176000"/>
                        <a:alpha val="100000"/>
                      </a:schemeClr>
                    </a:gs>
                    <a:gs pos="18000">
                      <a:schemeClr val="accent1">
                        <a:shade val="48000"/>
                        <a:satMod val="153000"/>
                        <a:alpha val="100000"/>
                      </a:schemeClr>
                    </a:gs>
                    <a:gs pos="43000">
                      <a:schemeClr val="accent1">
                        <a:tint val="86000"/>
                        <a:satMod val="149000"/>
                        <a:alpha val="100000"/>
                      </a:schemeClr>
                    </a:gs>
                    <a:gs pos="45000">
                      <a:schemeClr val="accent1">
                        <a:tint val="85000"/>
                        <a:satMod val="150000"/>
                        <a:alpha val="100000"/>
                      </a:schemeClr>
                    </a:gs>
                    <a:gs pos="50000">
                      <a:schemeClr val="accent1">
                        <a:tint val="86000"/>
                        <a:satMod val="149000"/>
                        <a:alpha val="100000"/>
                      </a:schemeClr>
                    </a:gs>
                    <a:gs pos="79000">
                      <a:schemeClr val="accent1">
                        <a:shade val="53000"/>
                        <a:satMod val="150000"/>
                        <a:alpha val="100000"/>
                      </a:schemeClr>
                    </a:gs>
                    <a:gs pos="100000">
                      <a:schemeClr val="accent1">
                        <a:shade val="25000"/>
                        <a:satMod val="170000"/>
                        <a:alpha val="100000"/>
                      </a:schemeClr>
                    </a:gs>
                  </a:gsLst>
                  <a:lin ang="450000" scaled="1"/>
                  <a:tileRect/>
                </a:gradFill>
              </a:fillOverlay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vert="horz" wrap="square" lIns="91440" tIns="45720" rIns="91440" bIns="45720" anchor="ctr" compatLnSpc="1"/>
            <a:lstStyle>
              <a:extLst/>
            </a:lstStyle>
            <a:p>
              <a:pPr algn="ctr" eaLnBrk="1" latinLnBrk="0" hangingPunct="1"/>
              <a:endParaRPr kumimoji="0" lang="en-US"/>
            </a:p>
          </p:txBody>
        </p:sp>
        <p:cxnSp>
          <p:nvCxnSpPr>
            <p:cNvPr id="12" name="Straight Connector 11"/>
            <p:cNvCxnSpPr/>
            <p:nvPr/>
          </p:nvCxnSpPr>
          <p:spPr>
            <a:xfrm>
              <a:off x="-3765" y="4880373"/>
              <a:ext cx="9147765" cy="839943"/>
            </a:xfrm>
            <a:prstGeom prst="line">
              <a:avLst/>
            </a:prstGeom>
            <a:noFill/>
            <a:ln w="12065" cap="flat" cmpd="sng" algn="ctr">
              <a:gradFill>
                <a:gsLst>
                  <a:gs pos="45000">
                    <a:schemeClr val="accent1">
                      <a:tint val="70000"/>
                      <a:satMod val="110000"/>
                    </a:schemeClr>
                  </a:gs>
                  <a:gs pos="15000">
                    <a:schemeClr val="accent1">
                      <a:shade val="40000"/>
                      <a:satMod val="110000"/>
                    </a:schemeClr>
                  </a:gs>
                </a:gsLst>
                <a:lin ang="5400000" scaled="1"/>
              </a:gradFill>
              <a:prstDash val="solid"/>
              <a:miter lim="800000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0" name="Date Placeholder 2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  <a:extLst/>
          </a:lstStyle>
          <a:p>
            <a:fld id="{680A927B-50F4-4E14-813C-302E2500D788}" type="datetimeFigureOut">
              <a:rPr lang="en-US" smtClean="0"/>
              <a:pPr/>
              <a:t>12/10/2020</a:t>
            </a:fld>
            <a:endParaRPr lang="en-US"/>
          </a:p>
        </p:txBody>
      </p:sp>
      <p:sp>
        <p:nvSpPr>
          <p:cNvPr id="19" name="Footer Placeholder 18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tint val="20000"/>
                  </a:schemeClr>
                </a:solidFill>
              </a:defRPr>
            </a:lvl1pPr>
            <a:extLst/>
          </a:lstStyle>
          <a:p>
            <a:endParaRPr lang="en-US"/>
          </a:p>
        </p:txBody>
      </p:sp>
      <p:sp>
        <p:nvSpPr>
          <p:cNvPr id="27" name="Slide Number Placeholder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  <a:extLst/>
          </a:lstStyle>
          <a:p>
            <a:fld id="{B44F35C8-0D08-481C-A36A-3BDD3BA7C7F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680A927B-50F4-4E14-813C-302E2500D788}" type="datetimeFigureOut">
              <a:rPr lang="en-US" smtClean="0"/>
              <a:pPr/>
              <a:t>12/10/2020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B44F35C8-0D08-481C-A36A-3BDD3BA7C7FE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168" y="1059712"/>
            <a:ext cx="10363200" cy="1828800"/>
          </a:xfrm>
        </p:spPr>
        <p:txBody>
          <a:bodyPr vert="horz" anchor="b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lvl1pPr algn="r">
              <a:buNone/>
              <a:defRPr sz="4800" b="1" cap="none" baseline="0"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230284" y="2931712"/>
            <a:ext cx="6096000" cy="1454888"/>
          </a:xfrm>
        </p:spPr>
        <p:txBody>
          <a:bodyPr lIns="91440" rIns="91440" anchor="t"/>
          <a:lstStyle>
            <a:lvl1pPr marL="0" indent="0" algn="l">
              <a:buNone/>
              <a:defRPr sz="23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680A927B-50F4-4E14-813C-302E2500D788}" type="datetimeFigureOut">
              <a:rPr lang="en-US" smtClean="0"/>
              <a:pPr/>
              <a:t>12/10/2020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B44F35C8-0D08-481C-A36A-3BDD3BA7C7FE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Chevron 6"/>
          <p:cNvSpPr/>
          <p:nvPr/>
        </p:nvSpPr>
        <p:spPr>
          <a:xfrm>
            <a:off x="4848907" y="3005472"/>
            <a:ext cx="24384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l" eaLnBrk="1" latinLnBrk="0" hangingPunct="1"/>
            <a:endParaRPr kumimoji="0" lang="en-US"/>
          </a:p>
        </p:txBody>
      </p:sp>
      <p:sp>
        <p:nvSpPr>
          <p:cNvPr id="8" name="Chevron 7"/>
          <p:cNvSpPr/>
          <p:nvPr/>
        </p:nvSpPr>
        <p:spPr>
          <a:xfrm>
            <a:off x="4600352" y="3005472"/>
            <a:ext cx="24384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l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481329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481329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680A927B-50F4-4E14-813C-302E2500D788}" type="datetimeFigureOut">
              <a:rPr lang="en-US" smtClean="0"/>
              <a:pPr/>
              <a:t>12/10/2020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B44F35C8-0D08-481C-A36A-3BDD3BA7C7FE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10972800" cy="1143000"/>
          </a:xfrm>
        </p:spPr>
        <p:txBody>
          <a:bodyPr anchor="ctr"/>
          <a:lstStyle>
            <a:lvl1pPr>
              <a:defRPr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5410200"/>
            <a:ext cx="5386917" cy="762000"/>
          </a:xfrm>
          <a:solidFill>
            <a:schemeClr val="accent1"/>
          </a:solidFill>
          <a:ln w="9652">
            <a:solidFill>
              <a:schemeClr val="accent1"/>
            </a:solidFill>
            <a:miter lim="800000"/>
          </a:ln>
        </p:spPr>
        <p:txBody>
          <a:bodyPr lIns="182880" anchor="ctr"/>
          <a:lstStyle>
            <a:lvl1pPr marL="0" indent="0">
              <a:buNone/>
              <a:defRPr sz="2400" b="0">
                <a:solidFill>
                  <a:schemeClr val="bg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6193369" y="5410200"/>
            <a:ext cx="5389033" cy="762000"/>
          </a:xfrm>
          <a:solidFill>
            <a:schemeClr val="accent1"/>
          </a:solidFill>
          <a:ln w="9652">
            <a:solidFill>
              <a:schemeClr val="accent1"/>
            </a:solidFill>
            <a:miter lim="800000"/>
          </a:ln>
        </p:spPr>
        <p:txBody>
          <a:bodyPr lIns="182880" anchor="ctr"/>
          <a:lstStyle>
            <a:lvl1pPr marL="0" indent="0">
              <a:buNone/>
              <a:defRPr sz="2400" b="0">
                <a:solidFill>
                  <a:schemeClr val="bg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609600" y="1444295"/>
            <a:ext cx="5386917" cy="3941763"/>
          </a:xfrm>
          <a:ln>
            <a:noFill/>
            <a:prstDash val="sysDash"/>
            <a:miter lim="800000"/>
          </a:ln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1444295"/>
            <a:ext cx="5389033" cy="3941763"/>
          </a:xfrm>
          <a:ln>
            <a:noFill/>
            <a:prstDash val="sysDash"/>
            <a:miter lim="800000"/>
          </a:ln>
        </p:spPr>
        <p:txBody>
          <a:bodyPr/>
          <a:lstStyle>
            <a:lvl1pPr>
              <a:spcBef>
                <a:spcPts val="0"/>
              </a:spcBef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680A927B-50F4-4E14-813C-302E2500D788}" type="datetimeFigureOut">
              <a:rPr lang="en-US" smtClean="0"/>
              <a:pPr/>
              <a:t>12/10/2020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B44F35C8-0D08-481C-A36A-3BDD3BA7C7F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680A927B-50F4-4E14-813C-302E2500D788}" type="datetimeFigureOut">
              <a:rPr lang="en-US" smtClean="0"/>
              <a:pPr/>
              <a:t>12/10/2020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B44F35C8-0D08-481C-A36A-3BDD3BA7C7FE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680A927B-50F4-4E14-813C-302E2500D788}" type="datetimeFigureOut">
              <a:rPr lang="en-US" smtClean="0"/>
              <a:pPr/>
              <a:t>12/10/2020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B44F35C8-0D08-481C-A36A-3BDD3BA7C7F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19200" y="4876800"/>
            <a:ext cx="9975701" cy="457200"/>
          </a:xfrm>
        </p:spPr>
        <p:txBody>
          <a:bodyPr vert="horz" anchor="t">
            <a:noAutofit/>
            <a:sp3d prstMaterial="softEdge">
              <a:bevelT w="0" h="0"/>
            </a:sp3d>
          </a:bodyPr>
          <a:lstStyle>
            <a:lvl1pPr algn="r">
              <a:buNone/>
              <a:defRPr sz="2500" b="0">
                <a:solidFill>
                  <a:schemeClr val="accent1"/>
                </a:solidFill>
                <a:effectLst/>
              </a:defRPr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5892800" y="5355102"/>
            <a:ext cx="5299456" cy="914400"/>
          </a:xfrm>
        </p:spPr>
        <p:txBody>
          <a:bodyPr/>
          <a:lstStyle>
            <a:lvl1pPr marL="0" indent="0" algn="r">
              <a:buNone/>
              <a:defRPr sz="16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1219200" y="274320"/>
            <a:ext cx="9973056" cy="45720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969376" y="6407944"/>
            <a:ext cx="2560320" cy="365760"/>
          </a:xfrm>
        </p:spPr>
        <p:txBody>
          <a:bodyPr/>
          <a:lstStyle>
            <a:extLst/>
          </a:lstStyle>
          <a:p>
            <a:fld id="{680A927B-50F4-4E14-813C-302E2500D788}" type="datetimeFigureOut">
              <a:rPr lang="en-US" smtClean="0"/>
              <a:pPr/>
              <a:t>12/10/2020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B44F35C8-0D08-481C-A36A-3BDD3BA7C7F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521643" y="5443402"/>
            <a:ext cx="9550400" cy="648232"/>
          </a:xfrm>
          <a:noFill/>
        </p:spPr>
        <p:txBody>
          <a:bodyPr lIns="91440" tIns="0" rIns="91440" anchor="t"/>
          <a:lstStyle>
            <a:lvl1pPr marL="0" marR="18288" indent="0" algn="r"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04800" y="189968"/>
            <a:ext cx="11582400" cy="4389120"/>
          </a:xfrm>
          <a:prstGeom prst="rect">
            <a:avLst/>
          </a:prstGeom>
          <a:solidFill>
            <a:schemeClr val="bg2"/>
          </a:solidFill>
          <a:ln>
            <a:solidFill>
              <a:schemeClr val="bg1"/>
            </a:solidFill>
          </a:ln>
          <a:effectLst>
            <a:innerShdw blurRad="95250">
              <a:srgbClr val="000000"/>
            </a:innerShdw>
          </a:effectLst>
        </p:spPr>
        <p:txBody>
          <a:bodyPr/>
          <a:lstStyle>
            <a:lvl1pPr marL="0" indent="0">
              <a:buNone/>
              <a:defRPr sz="3200"/>
            </a:lvl1pPr>
            <a:extLst/>
          </a:lstStyle>
          <a:p>
            <a:r>
              <a:rPr kumimoji="0" lang="en-US" smtClean="0"/>
              <a:t>Click icon to add picture</a:t>
            </a:r>
            <a:endParaRPr kumimoji="0"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fld id="{680A927B-50F4-4E14-813C-302E2500D788}" type="datetimeFigureOut">
              <a:rPr lang="en-US" smtClean="0"/>
              <a:pPr/>
              <a:t>12/10/2020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840097" y="6407945"/>
            <a:ext cx="3134241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fld id="{B44F35C8-0D08-481C-A36A-3BDD3BA7C7FE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4865122"/>
            <a:ext cx="10767243" cy="562672"/>
          </a:xfrm>
          <a:noFill/>
        </p:spPr>
        <p:txBody>
          <a:bodyPr anchor="t">
            <a:sp3d prstMaterial="softEdge"/>
          </a:bodyPr>
          <a:lstStyle>
            <a:lvl1pPr marR="0" algn="r">
              <a:buNone/>
              <a:defRPr sz="3000" b="0">
                <a:solidFill>
                  <a:schemeClr val="accent1"/>
                </a:solidFill>
                <a:effectLst>
                  <a:outerShdw blurRad="50800" dist="25000" dir="5400000" algn="t" rotWithShape="0">
                    <a:prstClr val="black">
                      <a:alpha val="45000"/>
                    </a:prstClr>
                  </a:outerShdw>
                </a:effectLst>
              </a:defRPr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8" name="Freeform 7"/>
          <p:cNvSpPr>
            <a:spLocks/>
          </p:cNvSpPr>
          <p:nvPr/>
        </p:nvSpPr>
        <p:spPr bwMode="auto">
          <a:xfrm>
            <a:off x="665697" y="5944936"/>
            <a:ext cx="6587499" cy="921076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7485" h="337">
                <a:moveTo>
                  <a:pt x="0" y="2"/>
                </a:moveTo>
                <a:lnTo>
                  <a:pt x="7485" y="337"/>
                </a:lnTo>
                <a:lnTo>
                  <a:pt x="5558" y="337"/>
                </a:lnTo>
                <a:lnTo>
                  <a:pt x="1" y="0"/>
                </a:lnTo>
              </a:path>
            </a:pathLst>
          </a:custGeom>
          <a:solidFill>
            <a:schemeClr val="accent1">
              <a:tint val="65000"/>
              <a:satMod val="115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9" name="Freeform 8"/>
          <p:cNvSpPr>
            <a:spLocks/>
          </p:cNvSpPr>
          <p:nvPr/>
        </p:nvSpPr>
        <p:spPr bwMode="auto">
          <a:xfrm>
            <a:off x="647623" y="5939011"/>
            <a:ext cx="4920601" cy="93345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591" h="588">
                <a:moveTo>
                  <a:pt x="0" y="0"/>
                </a:moveTo>
                <a:lnTo>
                  <a:pt x="5591" y="585"/>
                </a:lnTo>
                <a:lnTo>
                  <a:pt x="4415" y="588"/>
                </a:lnTo>
                <a:lnTo>
                  <a:pt x="12" y="4"/>
                </a:lnTo>
              </a:path>
            </a:pathLst>
          </a:custGeom>
          <a:solidFill>
            <a:srgbClr val="000000">
              <a:alpha val="10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10" name="Right Triangle 9"/>
          <p:cNvSpPr>
            <a:spLocks/>
          </p:cNvSpPr>
          <p:nvPr/>
        </p:nvSpPr>
        <p:spPr bwMode="auto">
          <a:xfrm>
            <a:off x="-8056" y="5791253"/>
            <a:ext cx="4536419" cy="1080868"/>
          </a:xfrm>
          <a:prstGeom prst="rtTriangle">
            <a:avLst/>
          </a:prstGeom>
          <a:blipFill>
            <a:blip r:embed="rId2" cstate="print">
              <a:alphaModFix amt="50000"/>
            </a:blip>
            <a:tile tx="0" ty="0" sx="50000" sy="50000" flip="none" algn="t"/>
          </a:blipFill>
          <a:ln w="12700" cap="rnd" cmpd="thickThin" algn="ctr">
            <a:noFill/>
            <a:prstDash val="solid"/>
          </a:ln>
          <a:effectLst>
            <a:fillOverlay blend="mult">
              <a:gradFill flip="none" rotWithShape="1">
                <a:gsLst>
                  <a:gs pos="0">
                    <a:schemeClr val="accent1">
                      <a:shade val="20000"/>
                      <a:satMod val="176000"/>
                      <a:alpha val="100000"/>
                    </a:schemeClr>
                  </a:gs>
                  <a:gs pos="18000">
                    <a:schemeClr val="accent1">
                      <a:shade val="48000"/>
                      <a:satMod val="153000"/>
                      <a:alpha val="100000"/>
                    </a:schemeClr>
                  </a:gs>
                  <a:gs pos="43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45000">
                    <a:schemeClr val="accent1">
                      <a:tint val="85000"/>
                      <a:satMod val="150000"/>
                      <a:alpha val="100000"/>
                    </a:schemeClr>
                  </a:gs>
                  <a:gs pos="50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79000">
                    <a:schemeClr val="accent1">
                      <a:shade val="53000"/>
                      <a:satMod val="150000"/>
                      <a:alpha val="100000"/>
                    </a:schemeClr>
                  </a:gs>
                  <a:gs pos="100000">
                    <a:schemeClr val="accent1">
                      <a:shade val="25000"/>
                      <a:satMod val="170000"/>
                      <a:alpha val="100000"/>
                    </a:schemeClr>
                  </a:gs>
                </a:gsLst>
                <a:lin ang="450000" scaled="1"/>
                <a:tileRect/>
              </a:gradFill>
            </a:fillOverlay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 compatLnSpc="1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cxnSp>
        <p:nvCxnSpPr>
          <p:cNvPr id="11" name="Straight Connector 10"/>
          <p:cNvCxnSpPr/>
          <p:nvPr/>
        </p:nvCxnSpPr>
        <p:spPr>
          <a:xfrm>
            <a:off x="-12316" y="5787739"/>
            <a:ext cx="4540679" cy="1084383"/>
          </a:xfrm>
          <a:prstGeom prst="line">
            <a:avLst/>
          </a:prstGeom>
          <a:noFill/>
          <a:ln w="12065" cap="flat" cmpd="sng" algn="ctr">
            <a:gradFill>
              <a:gsLst>
                <a:gs pos="45000">
                  <a:schemeClr val="accent1">
                    <a:tint val="70000"/>
                    <a:satMod val="110000"/>
                  </a:schemeClr>
                </a:gs>
                <a:gs pos="15000">
                  <a:schemeClr val="accent1">
                    <a:shade val="40000"/>
                    <a:satMod val="110000"/>
                  </a:schemeClr>
                </a:gs>
              </a:gsLst>
              <a:lin ang="5400000" scaled="1"/>
            </a:gradFill>
            <a:prstDash val="solid"/>
            <a:miter lim="800000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Chevron 11"/>
          <p:cNvSpPr/>
          <p:nvPr/>
        </p:nvSpPr>
        <p:spPr>
          <a:xfrm>
            <a:off x="11552149" y="4988440"/>
            <a:ext cx="24384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l" eaLnBrk="1" latinLnBrk="0" hangingPunct="1"/>
            <a:endParaRPr kumimoji="0" lang="en-US"/>
          </a:p>
        </p:txBody>
      </p:sp>
      <p:sp>
        <p:nvSpPr>
          <p:cNvPr id="13" name="Chevron 12"/>
          <p:cNvSpPr/>
          <p:nvPr/>
        </p:nvSpPr>
        <p:spPr>
          <a:xfrm>
            <a:off x="11303595" y="4988440"/>
            <a:ext cx="24384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l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1481330"/>
            <a:ext cx="10972800" cy="4386071"/>
          </a:xfrm>
        </p:spPr>
        <p:txBody>
          <a:bodyPr vert="eaVert"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680A927B-50F4-4E14-813C-302E2500D788}" type="datetimeFigureOut">
              <a:rPr lang="en-US" smtClean="0"/>
              <a:pPr/>
              <a:t>12/10/2020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B44F35C8-0D08-481C-A36A-3BDD3BA7C7F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125351" y="274641"/>
            <a:ext cx="2369960" cy="5592761"/>
          </a:xfrm>
        </p:spPr>
        <p:txBody>
          <a:bodyPr vert="eaVert"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432800" cy="5592760"/>
          </a:xfrm>
        </p:spPr>
        <p:txBody>
          <a:bodyPr vert="eaVert"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680A927B-50F4-4E14-813C-302E2500D788}" type="datetimeFigureOut">
              <a:rPr lang="en-US" smtClean="0"/>
              <a:pPr/>
              <a:t>12/10/2020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B44F35C8-0D08-481C-A36A-3BDD3BA7C7F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reeform 12"/>
          <p:cNvSpPr>
            <a:spLocks/>
          </p:cNvSpPr>
          <p:nvPr/>
        </p:nvSpPr>
        <p:spPr bwMode="auto">
          <a:xfrm>
            <a:off x="665697" y="5944936"/>
            <a:ext cx="6587499" cy="921076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7485" h="337">
                <a:moveTo>
                  <a:pt x="0" y="2"/>
                </a:moveTo>
                <a:lnTo>
                  <a:pt x="7485" y="337"/>
                </a:lnTo>
                <a:lnTo>
                  <a:pt x="5558" y="337"/>
                </a:lnTo>
                <a:lnTo>
                  <a:pt x="1" y="0"/>
                </a:lnTo>
              </a:path>
            </a:pathLst>
          </a:custGeom>
          <a:solidFill>
            <a:schemeClr val="accent1">
              <a:tint val="65000"/>
              <a:satMod val="115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12" name="Freeform 11"/>
          <p:cNvSpPr>
            <a:spLocks/>
          </p:cNvSpPr>
          <p:nvPr/>
        </p:nvSpPr>
        <p:spPr bwMode="auto">
          <a:xfrm>
            <a:off x="647623" y="5939011"/>
            <a:ext cx="4920601" cy="93345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591" h="588">
                <a:moveTo>
                  <a:pt x="0" y="0"/>
                </a:moveTo>
                <a:lnTo>
                  <a:pt x="5591" y="585"/>
                </a:lnTo>
                <a:lnTo>
                  <a:pt x="4415" y="588"/>
                </a:lnTo>
                <a:lnTo>
                  <a:pt x="12" y="4"/>
                </a:lnTo>
              </a:path>
            </a:pathLst>
          </a:custGeom>
          <a:solidFill>
            <a:srgbClr val="000000">
              <a:alpha val="10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14" name="Right Triangle 13"/>
          <p:cNvSpPr>
            <a:spLocks/>
          </p:cNvSpPr>
          <p:nvPr/>
        </p:nvSpPr>
        <p:spPr bwMode="auto">
          <a:xfrm>
            <a:off x="-8056" y="5791253"/>
            <a:ext cx="4536419" cy="1080868"/>
          </a:xfrm>
          <a:prstGeom prst="rtTriangle">
            <a:avLst/>
          </a:prstGeom>
          <a:blipFill>
            <a:blip r:embed="rId13" cstate="print">
              <a:alphaModFix amt="50000"/>
            </a:blip>
            <a:tile tx="0" ty="0" sx="50000" sy="50000" flip="none" algn="t"/>
          </a:blipFill>
          <a:ln w="12700" cap="rnd" cmpd="thickThin" algn="ctr">
            <a:noFill/>
            <a:prstDash val="solid"/>
          </a:ln>
          <a:effectLst>
            <a:fillOverlay blend="mult">
              <a:gradFill flip="none" rotWithShape="1">
                <a:gsLst>
                  <a:gs pos="0">
                    <a:schemeClr val="accent1">
                      <a:shade val="20000"/>
                      <a:satMod val="176000"/>
                      <a:alpha val="100000"/>
                    </a:schemeClr>
                  </a:gs>
                  <a:gs pos="18000">
                    <a:schemeClr val="accent1">
                      <a:shade val="48000"/>
                      <a:satMod val="153000"/>
                      <a:alpha val="100000"/>
                    </a:schemeClr>
                  </a:gs>
                  <a:gs pos="43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45000">
                    <a:schemeClr val="accent1">
                      <a:tint val="85000"/>
                      <a:satMod val="150000"/>
                      <a:alpha val="100000"/>
                    </a:schemeClr>
                  </a:gs>
                  <a:gs pos="50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79000">
                    <a:schemeClr val="accent1">
                      <a:shade val="53000"/>
                      <a:satMod val="150000"/>
                      <a:alpha val="100000"/>
                    </a:schemeClr>
                  </a:gs>
                  <a:gs pos="100000">
                    <a:schemeClr val="accent1">
                      <a:shade val="25000"/>
                      <a:satMod val="170000"/>
                      <a:alpha val="100000"/>
                    </a:schemeClr>
                  </a:gs>
                </a:gsLst>
                <a:lin ang="450000" scaled="1"/>
                <a:tileRect/>
              </a:gradFill>
            </a:fillOverlay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 compatLnSpc="1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-12316" y="5787739"/>
            <a:ext cx="4540679" cy="1084383"/>
          </a:xfrm>
          <a:prstGeom prst="line">
            <a:avLst/>
          </a:prstGeom>
          <a:noFill/>
          <a:ln w="12065" cap="flat" cmpd="sng" algn="ctr">
            <a:gradFill>
              <a:gsLst>
                <a:gs pos="45000">
                  <a:schemeClr val="accent1">
                    <a:tint val="70000"/>
                    <a:satMod val="110000"/>
                  </a:schemeClr>
                </a:gs>
                <a:gs pos="15000">
                  <a:schemeClr val="accent1">
                    <a:shade val="40000"/>
                    <a:satMod val="110000"/>
                  </a:schemeClr>
                </a:gs>
              </a:gsLst>
              <a:lin ang="5400000" scaled="1"/>
            </a:gradFill>
            <a:prstDash val="solid"/>
            <a:miter lim="800000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itle Placeholder 8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anchor="ctr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0" name="Text Placeholder 29"/>
          <p:cNvSpPr>
            <a:spLocks noGrp="1"/>
          </p:cNvSpPr>
          <p:nvPr>
            <p:ph type="body" idx="1"/>
          </p:nvPr>
        </p:nvSpPr>
        <p:spPr>
          <a:xfrm>
            <a:off x="609600" y="1481329"/>
            <a:ext cx="10972800" cy="4525963"/>
          </a:xfrm>
          <a:prstGeom prst="rect">
            <a:avLst/>
          </a:prstGeom>
        </p:spPr>
        <p:txBody>
          <a:bodyPr vert="horz">
            <a:normAutofit/>
          </a:bodyPr>
          <a:lstStyle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2"/>
          </p:nvPr>
        </p:nvSpPr>
        <p:spPr>
          <a:xfrm>
            <a:off x="8969376" y="6407944"/>
            <a:ext cx="2560320" cy="365760"/>
          </a:xfrm>
          <a:prstGeom prst="rect">
            <a:avLst/>
          </a:prstGeom>
        </p:spPr>
        <p:txBody>
          <a:bodyPr vert="horz" anchor="b"/>
          <a:lstStyle>
            <a:lvl1pPr algn="l" eaLnBrk="1" latinLnBrk="0" hangingPunct="1">
              <a:defRPr kumimoji="0" sz="1000">
                <a:solidFill>
                  <a:schemeClr val="tx1"/>
                </a:solidFill>
              </a:defRPr>
            </a:lvl1pPr>
            <a:extLst/>
          </a:lstStyle>
          <a:p>
            <a:fld id="{680A927B-50F4-4E14-813C-302E2500D788}" type="datetimeFigureOut">
              <a:rPr lang="en-US" smtClean="0"/>
              <a:pPr/>
              <a:t>12/10/2020</a:t>
            </a:fld>
            <a:endParaRPr lang="en-US"/>
          </a:p>
        </p:txBody>
      </p:sp>
      <p:sp>
        <p:nvSpPr>
          <p:cNvPr id="22" name="Footer Placeholder 21"/>
          <p:cNvSpPr>
            <a:spLocks noGrp="1"/>
          </p:cNvSpPr>
          <p:nvPr>
            <p:ph type="ftr" sz="quarter" idx="3"/>
          </p:nvPr>
        </p:nvSpPr>
        <p:spPr>
          <a:xfrm>
            <a:off x="5840097" y="6407945"/>
            <a:ext cx="3134241" cy="365125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000">
                <a:solidFill>
                  <a:schemeClr val="tx1"/>
                </a:solidFill>
              </a:defRPr>
            </a:lvl1pPr>
            <a:extLst/>
          </a:lstStyle>
          <a:p>
            <a:endParaRPr lang="en-US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4"/>
          </p:nvPr>
        </p:nvSpPr>
        <p:spPr>
          <a:xfrm>
            <a:off x="11529696" y="6407945"/>
            <a:ext cx="487680" cy="365125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000" b="0">
                <a:solidFill>
                  <a:schemeClr val="tx1"/>
                </a:solidFill>
              </a:defRPr>
            </a:lvl1pPr>
            <a:extLst/>
          </a:lstStyle>
          <a:p>
            <a:fld id="{B44F35C8-0D08-481C-A36A-3BDD3BA7C7FE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8" r:id="rId1"/>
    <p:sldLayoutId id="2147483699" r:id="rId2"/>
    <p:sldLayoutId id="2147483700" r:id="rId3"/>
    <p:sldLayoutId id="2147483701" r:id="rId4"/>
    <p:sldLayoutId id="2147483702" r:id="rId5"/>
    <p:sldLayoutId id="2147483703" r:id="rId6"/>
    <p:sldLayoutId id="2147483704" r:id="rId7"/>
    <p:sldLayoutId id="2147483705" r:id="rId8"/>
    <p:sldLayoutId id="2147483706" r:id="rId9"/>
    <p:sldLayoutId id="2147483707" r:id="rId10"/>
    <p:sldLayoutId id="2147483708" r:id="rId11"/>
  </p:sldLayoutIdLst>
  <p:txStyles>
    <p:titleStyle>
      <a:lvl1pPr algn="l" rtl="0" eaLnBrk="1" latinLnBrk="0" hangingPunct="1">
        <a:spcBef>
          <a:spcPct val="0"/>
        </a:spcBef>
        <a:buNone/>
        <a:defRPr kumimoji="0" sz="4100" b="1" kern="1200">
          <a:solidFill>
            <a:schemeClr val="tx2"/>
          </a:solidFill>
          <a:effectLst>
            <a:outerShdw blurRad="31750" dist="25400" dir="5400000" algn="tl" rotWithShape="0">
              <a:srgbClr val="000000">
                <a:alpha val="25000"/>
              </a:srgbClr>
            </a:outerShdw>
          </a:effectLst>
          <a:latin typeface="+mj-lt"/>
          <a:ea typeface="+mj-ea"/>
          <a:cs typeface="+mj-cs"/>
        </a:defRPr>
      </a:lvl1pPr>
      <a:extLst/>
    </p:titleStyle>
    <p:bodyStyle>
      <a:lvl1pPr marL="365760" indent="-256032" algn="l" rtl="0" eaLnBrk="1" latinLnBrk="0" hangingPunct="1">
        <a:spcBef>
          <a:spcPts val="400"/>
        </a:spcBef>
        <a:spcAft>
          <a:spcPts val="0"/>
        </a:spcAft>
        <a:buClr>
          <a:schemeClr val="accent1"/>
        </a:buClr>
        <a:buSzPct val="68000"/>
        <a:buFont typeface="Wingdings 3"/>
        <a:buChar char=""/>
        <a:defRPr kumimoji="0" sz="2700" kern="1200">
          <a:solidFill>
            <a:schemeClr val="tx1"/>
          </a:solidFill>
          <a:latin typeface="+mn-lt"/>
          <a:ea typeface="+mn-ea"/>
          <a:cs typeface="+mn-cs"/>
        </a:defRPr>
      </a:lvl1pPr>
      <a:lvl2pPr marL="621792" indent="-228600" algn="l" rtl="0" eaLnBrk="1" latinLnBrk="0" hangingPunct="1">
        <a:spcBef>
          <a:spcPts val="324"/>
        </a:spcBef>
        <a:buClr>
          <a:schemeClr val="accent1"/>
        </a:buClr>
        <a:buFont typeface="Verdana"/>
        <a:buChar char="◦"/>
        <a:defRPr kumimoji="0" sz="2300" kern="1200">
          <a:solidFill>
            <a:schemeClr val="tx1"/>
          </a:solidFill>
          <a:latin typeface="+mn-lt"/>
          <a:ea typeface="+mn-ea"/>
          <a:cs typeface="+mn-cs"/>
        </a:defRPr>
      </a:lvl2pPr>
      <a:lvl3pPr marL="859536" indent="-228600" algn="l" rtl="0" eaLnBrk="1" latinLnBrk="0" hangingPunct="1">
        <a:spcBef>
          <a:spcPts val="350"/>
        </a:spcBef>
        <a:buClr>
          <a:schemeClr val="accent2"/>
        </a:buClr>
        <a:buSzPct val="100000"/>
        <a:buFont typeface="Wingdings 2"/>
        <a:buChar char="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143000" indent="-228600" algn="l" rtl="0" eaLnBrk="1" latinLnBrk="0" hangingPunct="1">
        <a:spcBef>
          <a:spcPts val="350"/>
        </a:spcBef>
        <a:buClr>
          <a:schemeClr val="accent2"/>
        </a:buClr>
        <a:buFont typeface="Wingdings 2"/>
        <a:buChar char=""/>
        <a:defRPr kumimoji="0"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ts val="350"/>
        </a:spcBef>
        <a:buClr>
          <a:schemeClr val="accent2"/>
        </a:buClr>
        <a:buFont typeface="Wingdings 2"/>
        <a:buChar char="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2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8288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0574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2860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2281032" y="1291775"/>
            <a:ext cx="7629973" cy="70788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  <a:scene3d>
              <a:camera prst="orthographicFront"/>
              <a:lightRig rig="soft" dir="tl">
                <a:rot lat="0" lon="0" rev="0"/>
              </a:lightRig>
            </a:scene3d>
            <a:sp3d contourW="25400" prstMaterial="matte">
              <a:bevelT w="25400" h="55880" prst="artDeco"/>
              <a:contourClr>
                <a:schemeClr val="accent2">
                  <a:tint val="20000"/>
                </a:schemeClr>
              </a:contourClr>
            </a:sp3d>
          </a:bodyPr>
          <a:lstStyle/>
          <a:p>
            <a:pPr algn="ctr"/>
            <a:r>
              <a:rPr lang="en-US" sz="4000" b="1" cap="none" spc="50" smtClean="0">
                <a:ln w="11430"/>
                <a:gradFill>
                  <a:gsLst>
                    <a:gs pos="25000">
                      <a:schemeClr val="accent2">
                        <a:satMod val="155000"/>
                      </a:schemeClr>
                    </a:gs>
                    <a:gs pos="100000">
                      <a:schemeClr val="accent2">
                        <a:shade val="45000"/>
                        <a:satMod val="165000"/>
                      </a:schemeClr>
                    </a:gs>
                  </a:gsLst>
                  <a:lin ang="5400000"/>
                </a:gra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</a:rPr>
              <a:t>REAL ESTATE CONSULTANCY</a:t>
            </a:r>
            <a:endParaRPr lang="en-US" sz="4000" b="1" cap="none" spc="50" dirty="0" smtClean="0">
              <a:ln w="11430"/>
              <a:gradFill>
                <a:gsLst>
                  <a:gs pos="25000">
                    <a:schemeClr val="accent2">
                      <a:satMod val="155000"/>
                    </a:schemeClr>
                  </a:gs>
                  <a:gs pos="100000">
                    <a:schemeClr val="accent2">
                      <a:shade val="45000"/>
                      <a:satMod val="165000"/>
                    </a:schemeClr>
                  </a:gs>
                </a:gsLst>
                <a:lin ang="5400000"/>
              </a:gradFill>
              <a:effectLst>
                <a:outerShdw blurRad="76200" dist="50800" dir="5400000" algn="tl" rotWithShape="0">
                  <a:srgbClr val="000000">
                    <a:alpha val="65000"/>
                  </a:srgbClr>
                </a:outerShdw>
              </a:effectLst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928468" y="2954215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 smtClean="0"/>
              <a:t>J</a:t>
            </a:r>
            <a:endParaRPr lang="en-IN" dirty="0"/>
          </a:p>
        </p:txBody>
      </p:sp>
      <p:sp>
        <p:nvSpPr>
          <p:cNvPr id="9" name="Rectangle 8"/>
          <p:cNvSpPr/>
          <p:nvPr/>
        </p:nvSpPr>
        <p:spPr>
          <a:xfrm>
            <a:off x="205289" y="5021267"/>
            <a:ext cx="6039538" cy="156966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/>
              <a:lightRig rig="soft" dir="tl">
                <a:rot lat="0" lon="0" rev="0"/>
              </a:lightRig>
            </a:scene3d>
            <a:sp3d contourW="25400" prstMaterial="matte">
              <a:bevelT w="25400" h="55880" prst="artDeco"/>
              <a:contourClr>
                <a:schemeClr val="accent2">
                  <a:tint val="20000"/>
                </a:schemeClr>
              </a:contourClr>
            </a:sp3d>
          </a:bodyPr>
          <a:lstStyle/>
          <a:p>
            <a:pPr algn="ctr"/>
            <a:r>
              <a:rPr lang="en-US" sz="2400" b="1" spc="50" dirty="0" smtClean="0">
                <a:ln w="11430"/>
                <a:gradFill>
                  <a:gsLst>
                    <a:gs pos="25000">
                      <a:schemeClr val="accent2">
                        <a:satMod val="155000"/>
                      </a:schemeClr>
                    </a:gs>
                    <a:gs pos="100000">
                      <a:schemeClr val="accent2">
                        <a:shade val="45000"/>
                        <a:satMod val="165000"/>
                      </a:schemeClr>
                    </a:gs>
                  </a:gsLst>
                  <a:lin ang="5400000"/>
                </a:gra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</a:rPr>
              <a:t>PRESENTED BY </a:t>
            </a:r>
            <a:r>
              <a:rPr lang="en-US" sz="2400" b="1" spc="50" dirty="0" smtClean="0">
                <a:ln w="11430"/>
                <a:gradFill>
                  <a:gsLst>
                    <a:gs pos="25000">
                      <a:schemeClr val="accent2">
                        <a:satMod val="155000"/>
                      </a:schemeClr>
                    </a:gs>
                    <a:gs pos="100000">
                      <a:schemeClr val="accent2">
                        <a:shade val="45000"/>
                        <a:satMod val="165000"/>
                      </a:schemeClr>
                    </a:gs>
                  </a:gsLst>
                  <a:lin ang="5400000"/>
                </a:gra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</a:rPr>
              <a:t>:ATHARVA JAGDALE </a:t>
            </a:r>
          </a:p>
          <a:p>
            <a:pPr algn="ctr"/>
            <a:r>
              <a:rPr lang="en-US" sz="2400" b="1" spc="50" dirty="0" smtClean="0">
                <a:ln w="11430"/>
                <a:gradFill>
                  <a:gsLst>
                    <a:gs pos="25000">
                      <a:schemeClr val="accent2">
                        <a:satMod val="155000"/>
                      </a:schemeClr>
                    </a:gs>
                    <a:gs pos="100000">
                      <a:schemeClr val="accent2">
                        <a:shade val="45000"/>
                        <a:satMod val="165000"/>
                      </a:schemeClr>
                    </a:gs>
                  </a:gsLst>
                  <a:lin ang="5400000"/>
                </a:gra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</a:rPr>
              <a:t>                            VIGHNESH JADHAV</a:t>
            </a:r>
          </a:p>
          <a:p>
            <a:pPr algn="ctr"/>
            <a:r>
              <a:rPr lang="en-US" sz="2400" b="1" spc="50" dirty="0" smtClean="0">
                <a:ln w="11430"/>
                <a:gradFill>
                  <a:gsLst>
                    <a:gs pos="25000">
                      <a:schemeClr val="accent2">
                        <a:satMod val="155000"/>
                      </a:schemeClr>
                    </a:gs>
                    <a:gs pos="100000">
                      <a:schemeClr val="accent2">
                        <a:shade val="45000"/>
                        <a:satMod val="165000"/>
                      </a:schemeClr>
                    </a:gs>
                  </a:gsLst>
                  <a:lin ang="5400000"/>
                </a:gra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</a:rPr>
              <a:t>                            VIDYA ATPADKAR</a:t>
            </a:r>
          </a:p>
          <a:p>
            <a:pPr algn="ctr"/>
            <a:endParaRPr lang="en-US" sz="2400" b="1" spc="50" dirty="0" smtClean="0">
              <a:ln w="11430"/>
              <a:gradFill>
                <a:gsLst>
                  <a:gs pos="25000">
                    <a:schemeClr val="accent2">
                      <a:satMod val="155000"/>
                    </a:schemeClr>
                  </a:gs>
                  <a:gs pos="100000">
                    <a:schemeClr val="accent2">
                      <a:shade val="45000"/>
                      <a:satMod val="165000"/>
                    </a:schemeClr>
                  </a:gs>
                </a:gsLst>
                <a:lin ang="5400000"/>
              </a:gradFill>
              <a:effectLst>
                <a:outerShdw blurRad="76200" dist="50800" dir="5400000" algn="tl" rotWithShape="0">
                  <a:srgbClr val="000000">
                    <a:alpha val="65000"/>
                  </a:srgbClr>
                </a:outer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>
            <a:normAutofit fontScale="85000" lnSpcReduction="20000"/>
          </a:bodyPr>
          <a:lstStyle/>
          <a:p>
            <a:pPr marL="45720" indent="0">
              <a:buFont typeface="Wingdings" pitchFamily="2" charset="2"/>
              <a:buChar char="§"/>
            </a:pPr>
            <a:r>
              <a:rPr lang="en-IN" dirty="0" smtClean="0"/>
              <a:t> The Indian real estate sector has come a long way and is today one of the fastest growing markets in the world.</a:t>
            </a:r>
            <a:endParaRPr lang="en-IN" dirty="0" smtClean="0"/>
          </a:p>
          <a:p>
            <a:pPr marL="45720" indent="0">
              <a:buFont typeface="Wingdings" pitchFamily="2" charset="2"/>
              <a:buChar char="§"/>
            </a:pPr>
            <a:endParaRPr lang="en-IN" dirty="0" smtClean="0"/>
          </a:p>
          <a:p>
            <a:pPr marL="45720" indent="0">
              <a:buFont typeface="Wingdings" pitchFamily="2" charset="2"/>
              <a:buChar char="§"/>
            </a:pPr>
            <a:r>
              <a:rPr lang="en-IN" dirty="0" smtClean="0"/>
              <a:t>Project </a:t>
            </a:r>
            <a:r>
              <a:rPr lang="en-IN" dirty="0" smtClean="0"/>
              <a:t>purpose This website is a Online real estate business website through which a user can access its </a:t>
            </a:r>
            <a:r>
              <a:rPr lang="en-IN" dirty="0" smtClean="0"/>
              <a:t>information.</a:t>
            </a:r>
          </a:p>
          <a:p>
            <a:pPr marL="45720" indent="0">
              <a:buFont typeface="Wingdings" pitchFamily="2" charset="2"/>
              <a:buChar char="§"/>
            </a:pPr>
            <a:endParaRPr lang="en-IN" dirty="0" smtClean="0"/>
          </a:p>
          <a:p>
            <a:pPr marL="45720" indent="0">
              <a:buFont typeface="Wingdings" pitchFamily="2" charset="2"/>
              <a:buChar char="§"/>
            </a:pPr>
            <a:r>
              <a:rPr lang="en-IN" dirty="0" smtClean="0"/>
              <a:t> </a:t>
            </a:r>
            <a:r>
              <a:rPr lang="en-IN" dirty="0" smtClean="0"/>
              <a:t>manage all the adding, updating, deleting the assets and some of its tasks</a:t>
            </a:r>
            <a:r>
              <a:rPr lang="en-IN" dirty="0" smtClean="0"/>
              <a:t>.</a:t>
            </a:r>
          </a:p>
          <a:p>
            <a:pPr marL="45720" indent="0">
              <a:buFont typeface="Wingdings" pitchFamily="2" charset="2"/>
              <a:buChar char="§"/>
            </a:pPr>
            <a:endParaRPr lang="en-IN" dirty="0" smtClean="0"/>
          </a:p>
          <a:p>
            <a:pPr marL="45720" indent="0">
              <a:buFont typeface="Wingdings" pitchFamily="2" charset="2"/>
              <a:buChar char="§"/>
            </a:pPr>
            <a:r>
              <a:rPr lang="en-IN" dirty="0" smtClean="0"/>
              <a:t>The Admin user can change the update the information regarding property selling and buying and </a:t>
            </a:r>
            <a:r>
              <a:rPr lang="en-IN" dirty="0" smtClean="0"/>
              <a:t>cancellation.</a:t>
            </a:r>
          </a:p>
          <a:p>
            <a:pPr marL="45720" indent="0">
              <a:buFont typeface="Wingdings" pitchFamily="2" charset="2"/>
              <a:buChar char="§"/>
            </a:pPr>
            <a:endParaRPr lang="en-IN" dirty="0" smtClean="0"/>
          </a:p>
          <a:p>
            <a:pPr marL="45720" indent="0">
              <a:buFont typeface="Wingdings" pitchFamily="2" charset="2"/>
              <a:buChar char="§"/>
            </a:pPr>
            <a:r>
              <a:rPr lang="en-IN" dirty="0" smtClean="0"/>
              <a:t>The system is very useful for the companies who </a:t>
            </a:r>
            <a:r>
              <a:rPr lang="en-IN" dirty="0" err="1" smtClean="0"/>
              <a:t>develope</a:t>
            </a:r>
            <a:r>
              <a:rPr lang="en-IN" dirty="0" smtClean="0"/>
              <a:t> apartments, hotels, villa, residential properties and commercial properties.  </a:t>
            </a:r>
            <a:endParaRPr lang="en-IN" dirty="0" smtClean="0"/>
          </a:p>
          <a:p>
            <a:pPr marL="45720" indent="0">
              <a:buFont typeface="Wingdings" pitchFamily="2" charset="2"/>
              <a:buChar char="§"/>
            </a:pPr>
            <a:endParaRPr lang="en-IN" dirty="0" smtClean="0">
              <a:solidFill>
                <a:schemeClr val="bg2"/>
              </a:solidFill>
            </a:endParaRPr>
          </a:p>
          <a:p>
            <a:pPr marL="45720" indent="0">
              <a:buNone/>
            </a:pPr>
            <a:endParaRPr lang="en-US" dirty="0">
              <a:solidFill>
                <a:schemeClr val="bg2"/>
              </a:solidFill>
            </a:endParaRPr>
          </a:p>
          <a:p>
            <a:pPr marL="45720" indent="0">
              <a:buNone/>
            </a:pPr>
            <a:endParaRPr lang="en-US" dirty="0" smtClean="0">
              <a:solidFill>
                <a:schemeClr val="bg2"/>
              </a:solidFill>
            </a:endParaRPr>
          </a:p>
          <a:p>
            <a:pPr marL="45720" indent="0">
              <a:buNone/>
            </a:pPr>
            <a:endParaRPr lang="en-US" dirty="0">
              <a:solidFill>
                <a:schemeClr val="bg2"/>
              </a:solidFill>
            </a:endParaRPr>
          </a:p>
          <a:p>
            <a:pPr marL="45720" indent="0">
              <a:buNone/>
            </a:pPr>
            <a:endParaRPr lang="en-US" dirty="0" smtClean="0">
              <a:solidFill>
                <a:schemeClr val="bg2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 smtClean="0">
                <a:solidFill>
                  <a:schemeClr val="accent2">
                    <a:lumMod val="75000"/>
                  </a:schemeClr>
                </a:solidFill>
              </a:rPr>
              <a:t>      </a:t>
            </a:r>
            <a:r>
              <a:rPr lang="en-US" dirty="0" smtClean="0">
                <a:solidFill>
                  <a:schemeClr val="accent2">
                    <a:lumMod val="75000"/>
                  </a:schemeClr>
                </a:solidFill>
              </a:rPr>
              <a:t> </a:t>
            </a:r>
            <a:r>
              <a:rPr lang="en-US" dirty="0" smtClean="0">
                <a:solidFill>
                  <a:schemeClr val="accent2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INTRODUCTION</a:t>
            </a:r>
            <a:endParaRPr lang="en-US" dirty="0">
              <a:solidFill>
                <a:schemeClr val="accent2">
                  <a:lumMod val="75000"/>
                </a:schemeClr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29835861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>
            <a:normAutofit fontScale="92500" lnSpcReduction="10000"/>
          </a:bodyPr>
          <a:lstStyle/>
          <a:p>
            <a:pPr marL="45720" indent="0">
              <a:buNone/>
            </a:pPr>
            <a:endParaRPr lang="en-US" sz="2800" dirty="0">
              <a:solidFill>
                <a:schemeClr val="bg1"/>
              </a:solidFill>
            </a:endParaRPr>
          </a:p>
          <a:p>
            <a:r>
              <a:rPr lang="en-IN" dirty="0" smtClean="0"/>
              <a:t> The overall goal of a real estate project could be to accomplish moving to a different city, building a new building with better amenities to attract new talent; or to simply renovate their existing space and give it a fresh makeover</a:t>
            </a:r>
            <a:r>
              <a:rPr lang="en-IN" dirty="0" smtClean="0"/>
              <a:t>.</a:t>
            </a:r>
          </a:p>
          <a:p>
            <a:r>
              <a:rPr lang="en-IN" dirty="0" smtClean="0"/>
              <a:t>The system should have a </a:t>
            </a:r>
            <a:r>
              <a:rPr lang="en-IN" dirty="0" smtClean="0"/>
              <a:t>login. </a:t>
            </a:r>
          </a:p>
          <a:p>
            <a:r>
              <a:rPr lang="en-IN" dirty="0" smtClean="0"/>
              <a:t>Help to The </a:t>
            </a:r>
            <a:r>
              <a:rPr lang="en-IN" dirty="0" smtClean="0"/>
              <a:t>user should </a:t>
            </a:r>
            <a:r>
              <a:rPr lang="en-IN" dirty="0" smtClean="0"/>
              <a:t>be looking for </a:t>
            </a:r>
            <a:r>
              <a:rPr lang="en-IN" dirty="0" smtClean="0"/>
              <a:t>the property for sell or rent with detail of property</a:t>
            </a:r>
            <a:r>
              <a:rPr lang="en-IN" dirty="0" smtClean="0"/>
              <a:t>.</a:t>
            </a:r>
          </a:p>
          <a:p>
            <a:r>
              <a:rPr lang="en-IN" dirty="0" smtClean="0"/>
              <a:t>Help to </a:t>
            </a:r>
            <a:r>
              <a:rPr lang="en-IN" dirty="0" smtClean="0"/>
              <a:t>Want to sell your Property/House then you have came to the right place Let us help you to sell your properties </a:t>
            </a:r>
            <a:r>
              <a:rPr lang="en-IN" dirty="0" smtClean="0"/>
              <a:t>online.</a:t>
            </a:r>
            <a:endParaRPr lang="en-IN" dirty="0" smtClean="0"/>
          </a:p>
          <a:p>
            <a:pPr>
              <a:buNone/>
            </a:pPr>
            <a:r>
              <a:rPr lang="en-IN" dirty="0" smtClean="0"/>
              <a:t/>
            </a:r>
            <a:br>
              <a:rPr lang="en-IN" dirty="0" smtClean="0"/>
            </a:br>
            <a:endParaRPr lang="en-IN" dirty="0" smtClean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AIM &amp; OBJECTIVE</a:t>
            </a:r>
            <a:endParaRPr lang="en-US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14234573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9738" y="996286"/>
            <a:ext cx="10563367" cy="5622878"/>
          </a:xfrm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r>
              <a:rPr lang="en-IN" dirty="0" smtClean="0"/>
              <a:t>Planned approach towards working: - The working in the organization will be well planned and organized</a:t>
            </a:r>
            <a:r>
              <a:rPr lang="en-IN" dirty="0" smtClean="0"/>
              <a:t>.</a:t>
            </a:r>
          </a:p>
          <a:p>
            <a:r>
              <a:rPr lang="en-IN" dirty="0" smtClean="0"/>
              <a:t> </a:t>
            </a:r>
            <a:r>
              <a:rPr lang="en-IN" dirty="0" smtClean="0"/>
              <a:t>The data will be stored properly in data stores, which will help in retrieval of information as well as its storage</a:t>
            </a:r>
            <a:r>
              <a:rPr lang="en-IN" dirty="0" smtClean="0"/>
              <a:t>.</a:t>
            </a:r>
          </a:p>
          <a:p>
            <a:r>
              <a:rPr lang="en-IN" dirty="0" smtClean="0"/>
              <a:t> </a:t>
            </a:r>
            <a:r>
              <a:rPr lang="en-IN" dirty="0" smtClean="0"/>
              <a:t>Accuracy: - The level of accuracy in the proposed system can not be decided. Because here user buy and another user build the home. There is no guarantee</a:t>
            </a:r>
            <a:r>
              <a:rPr lang="en-IN" dirty="0" smtClean="0"/>
              <a:t>.</a:t>
            </a:r>
          </a:p>
          <a:p>
            <a:r>
              <a:rPr lang="en-IN" dirty="0" smtClean="0"/>
              <a:t> </a:t>
            </a:r>
            <a:r>
              <a:rPr lang="en-IN" dirty="0" smtClean="0"/>
              <a:t>Reliability: - The reliability of the proposed system will be high due to the above stated reasons. </a:t>
            </a:r>
            <a:endParaRPr lang="en-IN" dirty="0" smtClean="0"/>
          </a:p>
          <a:p>
            <a:r>
              <a:rPr lang="en-IN" dirty="0" smtClean="0"/>
              <a:t>The </a:t>
            </a:r>
            <a:r>
              <a:rPr lang="en-IN" dirty="0" smtClean="0"/>
              <a:t>reason for the increased reliability of the system is that now there would be proper storage of information.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609600" y="274638"/>
            <a:ext cx="9956800" cy="473507"/>
          </a:xfrm>
        </p:spPr>
        <p:txBody>
          <a:bodyPr>
            <a:noAutofit/>
          </a:bodyPr>
          <a:lstStyle/>
          <a:p>
            <a:pPr algn="ctr"/>
            <a:r>
              <a:rPr lang="en-IN" sz="3200" dirty="0" smtClean="0">
                <a:latin typeface="Times New Roman" pitchFamily="18" charset="0"/>
                <a:cs typeface="Times New Roman" pitchFamily="18" charset="0"/>
              </a:rPr>
              <a:t>PROJECT SCOPE</a:t>
            </a:r>
            <a:endParaRPr lang="en-IN" sz="3200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39302407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285750" indent="-285750">
              <a:buFont typeface="Arial" pitchFamily="34" charset="0"/>
              <a:buChar char="•"/>
            </a:pPr>
            <a:r>
              <a:rPr lang="en-IN" sz="2400" dirty="0" smtClean="0">
                <a:latin typeface="+mj-lt"/>
                <a:ea typeface="Adobe Heiti Std R" pitchFamily="34" charset="-128"/>
                <a:cs typeface="Arial" pitchFamily="34" charset="0"/>
              </a:rPr>
              <a:t>In this project real estate website is very convenient to use, easy to understand.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IN" sz="2400" dirty="0" smtClean="0">
                <a:latin typeface="+mj-lt"/>
                <a:ea typeface="Adobe Heiti Std R" pitchFamily="34" charset="-128"/>
                <a:cs typeface="Arial" pitchFamily="34" charset="0"/>
              </a:rPr>
              <a:t>The designed system has many advantages over existing system.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IN" sz="2400" dirty="0" smtClean="0">
                <a:latin typeface="+mj-lt"/>
                <a:ea typeface="Adobe Heiti Std R" pitchFamily="34" charset="-128"/>
                <a:cs typeface="Arial" pitchFamily="34" charset="0"/>
              </a:rPr>
              <a:t>The designed system is free of cost process do not include any payment activity and can </a:t>
            </a:r>
            <a:r>
              <a:rPr lang="en-IN" sz="2400" dirty="0" err="1" smtClean="0">
                <a:latin typeface="+mj-lt"/>
                <a:ea typeface="Adobe Heiti Std R" pitchFamily="34" charset="-128"/>
                <a:cs typeface="Arial" pitchFamily="34" charset="0"/>
              </a:rPr>
              <a:t>acessed</a:t>
            </a:r>
            <a:r>
              <a:rPr lang="en-IN" sz="2400" dirty="0" smtClean="0">
                <a:latin typeface="+mj-lt"/>
                <a:ea typeface="Adobe Heiti Std R" pitchFamily="34" charset="-128"/>
                <a:cs typeface="Arial" pitchFamily="34" charset="0"/>
              </a:rPr>
              <a:t> by anytime.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IN" sz="2400" dirty="0" smtClean="0">
                <a:latin typeface="+mj-lt"/>
                <a:ea typeface="Adobe Heiti Std R" pitchFamily="34" charset="-128"/>
                <a:cs typeface="Arial" pitchFamily="34" charset="0"/>
              </a:rPr>
              <a:t>This website do not contain any. </a:t>
            </a:r>
            <a:r>
              <a:rPr lang="en-IN" sz="2400" dirty="0" smtClean="0">
                <a:solidFill>
                  <a:schemeClr val="bg1"/>
                </a:solidFill>
                <a:latin typeface="+mj-lt"/>
                <a:ea typeface="Adobe Heiti Std R" pitchFamily="34" charset="-128"/>
                <a:cs typeface="Arial" pitchFamily="34" charset="0"/>
              </a:rPr>
              <a:t>virus.</a:t>
            </a:r>
            <a:endParaRPr lang="en-IN" sz="2400" dirty="0">
              <a:solidFill>
                <a:schemeClr val="bg1"/>
              </a:solidFill>
              <a:latin typeface="+mj-lt"/>
              <a:ea typeface="Adobe Heiti Std R" pitchFamily="34" charset="-128"/>
              <a:cs typeface="Arial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PROPOSED SYSTEM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22553166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oncourse">
  <a:themeElements>
    <a:clrScheme name="Concourse">
      <a:dk1>
        <a:sysClr val="windowText" lastClr="000000"/>
      </a:dk1>
      <a:lt1>
        <a:sysClr val="window" lastClr="FFFFFF"/>
      </a:lt1>
      <a:dk2>
        <a:srgbClr val="464646"/>
      </a:dk2>
      <a:lt2>
        <a:srgbClr val="DEF5FA"/>
      </a:lt2>
      <a:accent1>
        <a:srgbClr val="2DA2BF"/>
      </a:accent1>
      <a:accent2>
        <a:srgbClr val="DA1F28"/>
      </a:accent2>
      <a:accent3>
        <a:srgbClr val="EB641B"/>
      </a:accent3>
      <a:accent4>
        <a:srgbClr val="39639D"/>
      </a:accent4>
      <a:accent5>
        <a:srgbClr val="474B78"/>
      </a:accent5>
      <a:accent6>
        <a:srgbClr val="7D3C4A"/>
      </a:accent6>
      <a:hlink>
        <a:srgbClr val="FF8119"/>
      </a:hlink>
      <a:folHlink>
        <a:srgbClr val="44B9E8"/>
      </a:folHlink>
    </a:clrScheme>
    <a:fontScheme name="Concourse">
      <a:majorFont>
        <a:latin typeface="Lucida Sans Unicode"/>
        <a:ea typeface=""/>
        <a:cs typeface=""/>
        <a:font script="Jpan" typeface="ＭＳ Ｐゴシック"/>
        <a:font script="Hang" typeface="맑은 고딕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Uigh" typeface="Microsoft Uighur"/>
      </a:majorFont>
      <a:minorFont>
        <a:latin typeface="Lucida Sans Unicode"/>
        <a:ea typeface=""/>
        <a:cs typeface=""/>
        <a:font script="Jpan" typeface="ＭＳ Ｐゴシック"/>
        <a:font script="Hang" typeface="맑은 고딕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Uigh" typeface="Microsoft Uighur"/>
      </a:minorFont>
    </a:fontScheme>
    <a:fmtScheme name="Concourse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satMod val="180000"/>
              </a:schemeClr>
            </a:gs>
            <a:gs pos="65000">
              <a:schemeClr val="phClr">
                <a:tint val="32000"/>
                <a:satMod val="250000"/>
              </a:schemeClr>
            </a:gs>
            <a:gs pos="100000">
              <a:schemeClr val="phClr">
                <a:tint val="23000"/>
                <a:satMod val="300000"/>
              </a:schemeClr>
            </a:gs>
          </a:gsLst>
          <a:lin ang="16200000" scaled="0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955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55000" cap="flat" cmpd="thickThin" algn="ctr">
          <a:solidFill>
            <a:schemeClr val="phClr"/>
          </a:solidFill>
          <a:prstDash val="solid"/>
        </a:ln>
        <a:ln w="63500" cap="flat" cmpd="thickThin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glow" dir="t">
              <a:rot lat="0" lon="0" rev="6360000"/>
            </a:lightRig>
          </a:scene3d>
          <a:sp3d contourW="1000" prstMaterial="flat">
            <a:bevelT w="95250" h="101600"/>
            <a:contourClr>
              <a:schemeClr val="phClr">
                <a:satMod val="3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55000"/>
                <a:satMod val="300000"/>
              </a:schemeClr>
            </a:gs>
            <a:gs pos="40000">
              <a:schemeClr val="phClr">
                <a:tint val="65000"/>
                <a:satMod val="300000"/>
              </a:schemeClr>
            </a:gs>
            <a:gs pos="100000">
              <a:schemeClr val="phClr">
                <a:shade val="65000"/>
                <a:satMod val="300000"/>
              </a:schemeClr>
            </a:gs>
          </a:gsLst>
          <a:path path="circle">
            <a:fillToRect l="65000" b="98000"/>
          </a:path>
        </a:gradFill>
        <a:blipFill>
          <a:blip xmlns:r="http://schemas.openxmlformats.org/officeDocument/2006/relationships" r:embed="rId1">
            <a:duotone>
              <a:schemeClr val="phClr">
                <a:shade val="60000"/>
                <a:satMod val="110000"/>
              </a:schemeClr>
              <a:schemeClr val="phClr">
                <a:tint val="95000"/>
              </a:schemeClr>
            </a:duotone>
          </a:blip>
          <a:tile tx="0" ty="0" sx="50000" sy="50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Concourse</Template>
  <TotalTime>461</TotalTime>
  <Words>194</Words>
  <Application>Microsoft Office PowerPoint</Application>
  <PresentationFormat>Custom</PresentationFormat>
  <Paragraphs>36</Paragraphs>
  <Slides>5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6" baseType="lpstr">
      <vt:lpstr>Concourse</vt:lpstr>
      <vt:lpstr>Slide 1</vt:lpstr>
      <vt:lpstr>       INTRODUCTION</vt:lpstr>
      <vt:lpstr>AIM &amp; OBJECTIVE</vt:lpstr>
      <vt:lpstr>PROJECT SCOPE</vt:lpstr>
      <vt:lpstr>PROPOSED SYSTEM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MOBILE CONTROLLED HOME APPLIANCES</dc:title>
  <dc:creator>kali charan</dc:creator>
  <cp:lastModifiedBy>CHETAN</cp:lastModifiedBy>
  <cp:revision>45</cp:revision>
  <dcterms:created xsi:type="dcterms:W3CDTF">2013-01-17T07:07:20Z</dcterms:created>
  <dcterms:modified xsi:type="dcterms:W3CDTF">2020-12-10T17:35:00Z</dcterms:modified>
</cp:coreProperties>
</file>